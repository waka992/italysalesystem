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2" d="100"/>
          <a:sy n="72" d="100"/>
        </p:scale>
        <p:origin x="81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CCDA20-3BF2-47CC-80B5-8A939EBA9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5B297C3-C86B-4871-8599-B16F3B1B2E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FB300B6-DF96-4CAD-AF99-8290E0ACA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6FAEF-1D57-479D-8DD5-1B9DE2CA83CD}" type="datetimeFigureOut">
              <a:rPr lang="zh-CN" altLang="en-US" smtClean="0"/>
              <a:t>2021/4/9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EE87CF-932C-4760-9E3F-4D65079C80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E8A28A-E0F0-4F02-AD25-68D79CE06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0E621-642F-4642-9F2D-9942987987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64521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AE028E-2E68-42DD-A95B-A6DE2CB19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9E1FBA-0412-4E59-9C1F-DFD915D8E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F833E8-9181-48AF-9939-C0078303B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6FAEF-1D57-479D-8DD5-1B9DE2CA83CD}" type="datetimeFigureOut">
              <a:rPr lang="zh-CN" altLang="en-US" smtClean="0"/>
              <a:t>2021/4/9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04E145-3CD2-4B54-A5A0-A9F4806AD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F527310-6710-493D-B474-0D3448475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0E621-642F-4642-9F2D-9942987987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3659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0FEE08-1381-4E99-A064-15AABF242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9DCB85F-A4F7-4F5D-A8EC-99CB022A3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4B5929-B71F-469A-B678-BB782B00C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6FAEF-1D57-479D-8DD5-1B9DE2CA83CD}" type="datetimeFigureOut">
              <a:rPr lang="zh-CN" altLang="en-US" smtClean="0"/>
              <a:t>2021/4/9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B5CED7F-F642-4FD3-8ACB-3E9F85B89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1AB2DE2-0556-4743-A627-BFEC68753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0E621-642F-4642-9F2D-9942987987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7331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EDFCDD-B8DB-4468-9F90-C3079713D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82F87C-5416-4816-813A-4047F77DBD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7A860A1-A8D1-4292-AF6C-7912E032C9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A7D0159-00D6-4666-9F9A-E6B98AD0F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6FAEF-1D57-479D-8DD5-1B9DE2CA83CD}" type="datetimeFigureOut">
              <a:rPr lang="zh-CN" altLang="en-US" smtClean="0"/>
              <a:t>2021/4/9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566240-6510-411F-A836-5807695F6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545CCE-8689-49AE-B0F2-8142F04A51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0E621-642F-4642-9F2D-9942987987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1183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C3E313-7230-4F66-9847-5AE14D669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596EE4-938F-42B9-90FB-9B22170875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7363940-7829-4BD0-85FF-0FE9902AF7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5311A2A-3B56-4496-898E-01F82DEE89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6BB1A75-8E8D-44D7-8FEE-EC7324AAD3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1E6B429-F1DB-490C-A54B-F85885CBD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6FAEF-1D57-479D-8DD5-1B9DE2CA83CD}" type="datetimeFigureOut">
              <a:rPr lang="zh-CN" altLang="en-US" smtClean="0"/>
              <a:t>2021/4/9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A1C783A-31D3-4E66-B606-4D21E2A65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1D9BA6A-AECF-41AD-B675-B7F155A32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0E621-642F-4642-9F2D-9942987987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44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B3C31F-1B42-415E-B638-5378C24D7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F456EF0-9D3A-4C64-837A-B45143540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6FAEF-1D57-479D-8DD5-1B9DE2CA83CD}" type="datetimeFigureOut">
              <a:rPr lang="zh-CN" altLang="en-US" smtClean="0"/>
              <a:t>2021/4/9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B7297D-E810-4B68-82AB-E571C7C1C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2CCBD5C-4349-4378-B4B4-99CC64C0F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0E621-642F-4642-9F2D-9942987987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1239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ACB2549-5326-46B7-BABB-19C061C7A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6FAEF-1D57-479D-8DD5-1B9DE2CA83CD}" type="datetimeFigureOut">
              <a:rPr lang="zh-CN" altLang="en-US" smtClean="0"/>
              <a:t>2021/4/9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105AD81-8C82-412A-B073-713EE2C04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CB156ED-8DE3-455D-B031-FBDE8CDA2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0E621-642F-4642-9F2D-9942987987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91275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4FEFEE-F09A-4F8A-95EA-19154E38B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5BC7B8-30AB-45BC-962B-828EC1C23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48A8C7D-7816-4BDF-A102-F0AFD9FB8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13C8EA-065F-4D0B-A50C-00CBF8812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6FAEF-1D57-479D-8DD5-1B9DE2CA83CD}" type="datetimeFigureOut">
              <a:rPr lang="zh-CN" altLang="en-US" smtClean="0"/>
              <a:t>2021/4/9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F895EC-8832-4F6F-A381-641C94893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C3CD6BE-453B-4277-ADD3-6EF5E5B22A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0E621-642F-4642-9F2D-9942987987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8917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6728E4-1EB1-4871-90B7-1D6AE3F4E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247F401-511E-4C12-9339-9539B25380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721DCC4-E52E-499E-9DCA-386ABE3B68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60B6EED-04D6-44A6-9244-F4561C021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6FAEF-1D57-479D-8DD5-1B9DE2CA83CD}" type="datetimeFigureOut">
              <a:rPr lang="zh-CN" altLang="en-US" smtClean="0"/>
              <a:t>2021/4/9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C4E6B2D-5C7F-4F96-929D-3F30026E7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D4F491-DF64-4370-8E5C-23A9DD02A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0E621-642F-4642-9F2D-9942987987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9239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157CD8-BB75-46CB-9688-D5779DB7C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0641ED9-62CC-4A91-B651-DBEC2E6743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E4F9DDD-BE7F-4D10-BCF6-4BB10A809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6FAEF-1D57-479D-8DD5-1B9DE2CA83CD}" type="datetimeFigureOut">
              <a:rPr lang="zh-CN" altLang="en-US" smtClean="0"/>
              <a:t>2021/4/9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C9663B-557C-4A82-A45A-23FDD33A3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813C0C-8606-4375-9769-80EF6DBA9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0E621-642F-4642-9F2D-9942987987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404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72F057D-ADDC-4A6D-989E-D930CD92E2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E40B43-5CC5-4D28-8D60-0D9CC8AAE6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2AEB36-9132-4C61-B659-94647B03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6FAEF-1D57-479D-8DD5-1B9DE2CA83CD}" type="datetimeFigureOut">
              <a:rPr lang="zh-CN" altLang="en-US" smtClean="0"/>
              <a:t>2021/4/9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EB357F-F1B7-45E1-8DDB-0A29279B2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A083B7-68F4-46D2-BF51-3D3F30B70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90E621-642F-4642-9F2D-9942987987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90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E2E5DD84-154C-4091-947E-F6F1613015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F7D53C-4A8D-41C2-AFD2-9F163BE17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C81CA2-65EB-41EF-BC3D-8C38137B55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16FAEF-1D57-479D-8DD5-1B9DE2CA83CD}" type="datetimeFigureOut">
              <a:rPr lang="zh-CN" altLang="en-US" smtClean="0"/>
              <a:t>2021/4/9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E33D84-6E02-4278-BA26-2B232780E0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20CEAD-BE0D-4A7D-A86E-9D33A9438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90E621-642F-4642-9F2D-9942987987C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64717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FAF530D5-4DE4-4A7F-B991-4FA19396F1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5753" y="885321"/>
            <a:ext cx="6277851" cy="4239217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8362BD4-9320-4FFE-BC32-554A139F1CBD}"/>
              </a:ext>
            </a:extLst>
          </p:cNvPr>
          <p:cNvCxnSpPr/>
          <p:nvPr/>
        </p:nvCxnSpPr>
        <p:spPr>
          <a:xfrm>
            <a:off x="2782957" y="3167270"/>
            <a:ext cx="5128591" cy="26173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4DC8A2F-F49B-4686-80F3-6F92883699C5}"/>
              </a:ext>
            </a:extLst>
          </p:cNvPr>
          <p:cNvSpPr txBox="1"/>
          <p:nvPr/>
        </p:nvSpPr>
        <p:spPr>
          <a:xfrm>
            <a:off x="7852350" y="2374805"/>
            <a:ext cx="43396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这边个特色的录入方式帮我修改成</a:t>
            </a:r>
            <a:endParaRPr lang="en-US" altLang="zh-CN" dirty="0"/>
          </a:p>
          <a:p>
            <a:r>
              <a:rPr lang="zh-CN" altLang="en-US" dirty="0"/>
              <a:t>可输入文字选择的那种（类似查找选择）</a:t>
            </a:r>
            <a:endParaRPr lang="en-US" altLang="zh-CN" dirty="0"/>
          </a:p>
          <a:p>
            <a:r>
              <a:rPr lang="en-US" altLang="zh-CN" dirty="0"/>
              <a:t> </a:t>
            </a:r>
            <a:r>
              <a:rPr lang="zh-CN" altLang="en-US" dirty="0"/>
              <a:t>现在是只能选择</a:t>
            </a:r>
            <a:endParaRPr lang="en-US" altLang="zh-CN" dirty="0"/>
          </a:p>
          <a:p>
            <a:r>
              <a:rPr lang="zh-CN" altLang="en-US" dirty="0"/>
              <a:t>特色、尺码、面料、颜色 这些属性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97748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4D47301-CB36-4D74-B100-D57C65680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6643" y="636104"/>
            <a:ext cx="7718927" cy="2419143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39D7FCC-4F92-41E9-9425-71C1C3EDD970}"/>
              </a:ext>
            </a:extLst>
          </p:cNvPr>
          <p:cNvCxnSpPr/>
          <p:nvPr/>
        </p:nvCxnSpPr>
        <p:spPr>
          <a:xfrm>
            <a:off x="8613913" y="2464904"/>
            <a:ext cx="569844" cy="13252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8F525C06-1381-4DE6-BA61-FBAA93B4672C}"/>
              </a:ext>
            </a:extLst>
          </p:cNvPr>
          <p:cNvSpPr txBox="1"/>
          <p:nvPr/>
        </p:nvSpPr>
        <p:spPr>
          <a:xfrm>
            <a:off x="7977808" y="3823253"/>
            <a:ext cx="3877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在订单详情里加一个报损缺失的选项</a:t>
            </a:r>
            <a:endParaRPr lang="en-US" altLang="zh-CN" dirty="0"/>
          </a:p>
          <a:p>
            <a:r>
              <a:rPr lang="zh-CN" altLang="en-US" dirty="0"/>
              <a:t>以件数为基准</a:t>
            </a:r>
            <a:r>
              <a:rPr lang="en-US" altLang="zh-CN" dirty="0"/>
              <a:t>-1 -5 -10 </a:t>
            </a:r>
          </a:p>
          <a:p>
            <a:r>
              <a:rPr lang="zh-CN" altLang="en-US" dirty="0"/>
              <a:t>总金额以及总件数自动修改数值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96CF523-CB93-41ED-9A90-07314A5D6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8512" y="2850459"/>
            <a:ext cx="5514975" cy="409575"/>
          </a:xfrm>
          <a:prstGeom prst="rect">
            <a:avLst/>
          </a:prstGeom>
        </p:spPr>
      </p:pic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10CF4D3C-1327-4920-9774-1CC4AA7207E3}"/>
              </a:ext>
            </a:extLst>
          </p:cNvPr>
          <p:cNvCxnSpPr/>
          <p:nvPr/>
        </p:nvCxnSpPr>
        <p:spPr>
          <a:xfrm flipH="1">
            <a:off x="4187687" y="3055246"/>
            <a:ext cx="662609" cy="1583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C15D9487-03B4-45A8-A613-B8868489ACDA}"/>
              </a:ext>
            </a:extLst>
          </p:cNvPr>
          <p:cNvSpPr txBox="1"/>
          <p:nvPr/>
        </p:nvSpPr>
        <p:spPr>
          <a:xfrm>
            <a:off x="3207026" y="4900270"/>
            <a:ext cx="45304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这边若有报损的情况下显示</a:t>
            </a:r>
            <a:r>
              <a:rPr lang="zh-CN" altLang="en-US" dirty="0">
                <a:solidFill>
                  <a:srgbClr val="FF0000"/>
                </a:solidFill>
              </a:rPr>
              <a:t>报损金额： </a:t>
            </a:r>
            <a:r>
              <a:rPr lang="en-US" altLang="zh-CN" dirty="0">
                <a:solidFill>
                  <a:srgbClr val="FF0000"/>
                </a:solidFill>
              </a:rPr>
              <a:t>-20</a:t>
            </a:r>
          </a:p>
          <a:p>
            <a:r>
              <a:rPr lang="zh-CN" altLang="en-US" dirty="0"/>
              <a:t>（只有在有报损的情况下显示）</a:t>
            </a:r>
          </a:p>
        </p:txBody>
      </p:sp>
    </p:spTree>
    <p:extLst>
      <p:ext uri="{BB962C8B-B14F-4D97-AF65-F5344CB8AC3E}">
        <p14:creationId xmlns:p14="http://schemas.microsoft.com/office/powerpoint/2010/main" val="12337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85504076-10D6-459E-A561-24DDFDAE45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672" y="950222"/>
            <a:ext cx="5038725" cy="2943225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077BB21-781D-4B37-AF4F-42E0BFC41A24}"/>
              </a:ext>
            </a:extLst>
          </p:cNvPr>
          <p:cNvCxnSpPr/>
          <p:nvPr/>
        </p:nvCxnSpPr>
        <p:spPr>
          <a:xfrm>
            <a:off x="6930887" y="3326296"/>
            <a:ext cx="15902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558E02CF-73FC-4929-86EE-CC38D9B1CDD9}"/>
              </a:ext>
            </a:extLst>
          </p:cNvPr>
          <p:cNvSpPr txBox="1"/>
          <p:nvPr/>
        </p:nvSpPr>
        <p:spPr>
          <a:xfrm>
            <a:off x="7487479" y="3531704"/>
            <a:ext cx="435888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在供应商最底下帮我做一个报损总汇</a:t>
            </a:r>
            <a:endParaRPr lang="en-US" altLang="zh-CN" dirty="0"/>
          </a:p>
          <a:p>
            <a:r>
              <a:rPr lang="zh-CN" altLang="en-US" dirty="0"/>
              <a:t>所有报损的单品对应其录入的供应商</a:t>
            </a:r>
            <a:endParaRPr lang="en-US" altLang="zh-CN" dirty="0"/>
          </a:p>
          <a:p>
            <a:r>
              <a:rPr lang="zh-CN" altLang="en-US" dirty="0"/>
              <a:t>一条过即可（无需详情）</a:t>
            </a:r>
            <a:endParaRPr lang="en-US" altLang="zh-CN" dirty="0"/>
          </a:p>
          <a:p>
            <a:r>
              <a:rPr lang="zh-CN" altLang="en-US" dirty="0"/>
              <a:t>件数  报损金额  最后一个操作键（清零）</a:t>
            </a:r>
            <a:endParaRPr lang="en-US" altLang="zh-CN" dirty="0"/>
          </a:p>
          <a:p>
            <a:r>
              <a:rPr lang="zh-CN" altLang="en-US" dirty="0"/>
              <a:t>（这里的报损金额不按售价而按</a:t>
            </a: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进价</a:t>
            </a:r>
            <a:r>
              <a:rPr lang="zh-CN" altLang="en-US" dirty="0"/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307767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152</Words>
  <Application>Microsoft Office PowerPoint</Application>
  <PresentationFormat>宽屏</PresentationFormat>
  <Paragraphs>14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Weng Tony</dc:creator>
  <cp:lastModifiedBy>Weng Tony</cp:lastModifiedBy>
  <cp:revision>2</cp:revision>
  <dcterms:created xsi:type="dcterms:W3CDTF">2021-04-09T12:07:57Z</dcterms:created>
  <dcterms:modified xsi:type="dcterms:W3CDTF">2021-04-09T12:24:55Z</dcterms:modified>
</cp:coreProperties>
</file>